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6528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286000"/>
            <a:ext cx="3322015" cy="18288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MODULE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6809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01E"/>
                </a:solidFill>
                <a:latin typeface="Calibri"/>
              </a:rPr>
              <a:t>AI BLUE TEAM AND INTRO TO AI RED TEAMING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86384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Applied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DAE2"/>
                </a:solidFill>
                <a:latin typeface="Calibri"/>
              </a:rPr>
              <a:t>Traffic Analysis and Threat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Run real attacks. See the telemetry. Catch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212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120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Presenter: Dr. Gaspard Baye, Valix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2-HOUR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0:00 - 0:20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Concept and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1642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0:20 - 1:40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082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Guided hands-on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4644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1:40 - 2:00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6084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Debrief and Q 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9F8E"/>
                </a:solidFill>
                <a:latin typeface="Calibri"/>
              </a:rPr>
              <a:t>LABS IN THIS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3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2.1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493008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Bring up the targets and the attacker toolbox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7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2.2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5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SSH brute force and the Wazuh alerts it raises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5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2.3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09743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Web SQL injection and login brute force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9823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550407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1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Parse the logs and correlate with threat intel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08191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6208775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2.5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6126479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Hand the evidence to AI for a fast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this fits in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3243" y="2560320"/>
            <a:ext cx="2036003" cy="1737360"/>
          </a:xfrm>
          <a:prstGeom prst="roundRect">
            <a:avLst>
              <a:gd name="adj" fmla="val 8000"/>
            </a:avLst>
          </a:prstGeom>
          <a:solidFill>
            <a:srgbClr val="0E9F8E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3243" y="274320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01E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3200400"/>
            <a:ext cx="1816547" cy="1005839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7846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74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449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449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177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AI red teaming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7052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6780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You are here: Day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FROM FOUNDATIONS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Recap and today's 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Yesterday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You connected AI to the SOC and ran your first triage.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Today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You generate attacks in the lab and detect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Bridge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Then hand the evidence to AI for a fast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KNOW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Two ways to detect threats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5410047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Signature based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Match known-bad patterns like a SQL keyword or a scanner name. Fast and precise, but blind to new tricks.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33007" y="1417320"/>
            <a:ext cx="5410047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Behavior based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Watch patterns over time, like many failed logins from one host. Catches bursts that no single line reveals.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USUAL SUSPECTS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Common attack vectors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5410047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Brute force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Many login attempts to guess a password.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33007" y="1417320"/>
            <a:ext cx="5410047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SQL injection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Malicious input that bypasses a login or reads the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48640" y="3886200"/>
            <a:ext cx="5410047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Path traversal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Requests that try to reach files like /etc/passwd.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33007" y="3886200"/>
            <a:ext cx="5410047" cy="128016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14223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9F8E"/>
                </a:solidFill>
                <a:latin typeface="Calibri"/>
              </a:rPr>
              <a:t>Scanning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Probing many ports or paths to map the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ATTACK TO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detection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C262A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2453563" cy="457200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Attacker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The lab toolbox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56483" y="3063240"/>
            <a:ext cx="457200" cy="45720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3683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3413683" y="2514600"/>
            <a:ext cx="2453563" cy="457200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123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Victim web and SSH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67247" y="3063240"/>
            <a:ext cx="457200" cy="45720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9F8E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24447" y="2514600"/>
            <a:ext cx="2453563" cy="457200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Wazuh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Rules raise alerts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011" y="3063240"/>
            <a:ext cx="457200" cy="45720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9235211" y="2514600"/>
            <a:ext cx="2453563" cy="45720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211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651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Triage with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Every attack you launch produces logs that Wazuh turns into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BEHAVIOR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Brute force, up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517904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08176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The signal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Dozens of failed logins from one source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286000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The catch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One successful login hidden inside the burst.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4368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Wazuh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5710 and 5712 flag failures; rule 100120 flags the burst.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822192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12464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The lesson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dangerous event is the success you almost missed.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SIGNATURE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SQL injection, up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517904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08176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The trick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password field carries ' OR '1'='1 instead of a password.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286000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Why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app builds its query as text, so the input becomes logic.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4368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The result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condition is always true and the login is bypassed.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822192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12464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The fix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Parameterized queries, input validation, and a rule that flags the pattern.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Turning intel into a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10</a:t>
            </a:r>
          </a:p>
        </p:txBody>
      </p:sp>
      <p:sp>
        <p:nvSpPr>
          <p:cNvPr id="9" name="Chevron 8"/>
          <p:cNvSpPr/>
          <p:nvPr/>
        </p:nvSpPr>
        <p:spPr>
          <a:xfrm>
            <a:off x="457200" y="2468880"/>
            <a:ext cx="3011347" cy="1554480"/>
          </a:xfrm>
          <a:prstGeom prst="chevron">
            <a:avLst/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Observe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IPs and payloads from logs</a:t>
            </a:r>
          </a:p>
        </p:txBody>
      </p:sp>
      <p:sp>
        <p:nvSpPr>
          <p:cNvPr id="11" name="Chevron 10"/>
          <p:cNvSpPr/>
          <p:nvPr/>
        </p:nvSpPr>
        <p:spPr>
          <a:xfrm>
            <a:off x="3212515" y="2468880"/>
            <a:ext cx="3011347" cy="1554480"/>
          </a:xfrm>
          <a:prstGeom prst="chevron">
            <a:avLst/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5435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Correlate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Match against the threat feed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7831" y="2468880"/>
            <a:ext cx="3011347" cy="1554480"/>
          </a:xfrm>
          <a:prstGeom prst="chevron">
            <a:avLst/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Prioritize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Rank by severity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147" y="2468880"/>
            <a:ext cx="3011347" cy="1554480"/>
          </a:xfrm>
          <a:prstGeom prst="chevron">
            <a:avLst/>
          </a:prstGeom>
          <a:solidFill>
            <a:srgbClr val="0E9F8E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067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Block and 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Lab 2.4: correlate the attacking IPs with the threat intelligence feed.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WHAT A SIEM RULE REALLY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detection logic you will write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3F4B"/>
                </a:solidFill>
                <a:latin typeface="Calibri"/>
              </a:rPr>
              <a:t>This is exactly what detect_bruteforce.py does, and what a SIEM rule encodes.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56816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Count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Failed logins per source 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8833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834640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24912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Window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Within a short time span, for example 60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5643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" y="3602736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93008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Threshold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Flag any IP over the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61104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Enrich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Check flagged IPs against threat intelligence.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2  |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Attacks leave a trail; detection is about reading that trail well.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32887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Signature detection is precise; behavior detection catches what single lines hide.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65575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Correlating with threat intelligence turns raw IPs into priorities.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52544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498848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98264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The scariest event in a brute force is the login that succeeded.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1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431536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1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AI turns a pile of attack logs into a clear summary in seconds.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You can see the attack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3544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AE2"/>
                </a:solidFill>
                <a:latin typeface="Calibri"/>
              </a:rPr>
              <a:t>Next you sharpen the tool that summarizes it: the prompt.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46634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Next: Day 3, Prompt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