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3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796528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0" y="2286000"/>
            <a:ext cx="3322015" cy="18288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MODULE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7680960" cy="45720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C01E"/>
                </a:solidFill>
                <a:latin typeface="Calibri"/>
              </a:rPr>
              <a:t>AI BLUE TEAM AND INTRO TO AI RED TEAMING BOOTCAMP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7863840" cy="155448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Applied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7680960" cy="82296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D7DAE2"/>
                </a:solidFill>
                <a:latin typeface="Calibri"/>
              </a:rPr>
              <a:t>Traffic Analysis and Threat Identification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7680960" cy="64008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Run real attacks. See the telemetry. Catch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21208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Day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521208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3A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2 hours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521208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3A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Hands-on labs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7315200" cy="36576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Presenter: Dr. Gaspard Baye, Valix AI</a:t>
            </a:r>
          </a:p>
        </p:txBody>
      </p:sp>
      <p:pic>
        <p:nvPicPr>
          <p:cNvPr id="17" name="Picture 16" descr="Evolve Security 2026 Company Profile: Valuation, Funding &amp; Investors |  PitchBook">
            <a:extLst>
              <a:ext uri="{FF2B5EF4-FFF2-40B4-BE49-F238E27FC236}">
                <a16:creationId xmlns:a16="http://schemas.microsoft.com/office/drawing/2014/main" id="{B3B53DDB-7294-3F09-4A26-F8D75A502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7856" y="-320358"/>
            <a:ext cx="1787144" cy="17871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2-HOUR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today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664208"/>
            <a:ext cx="3588410" cy="36576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0:00 - 0:20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3405530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Concept and demo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01642" y="1664208"/>
            <a:ext cx="3588410" cy="36576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0:20 - 1:40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3082" y="2011680"/>
            <a:ext cx="3405530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Guided hands-on labs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4644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54644" y="1664208"/>
            <a:ext cx="3588410" cy="36576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1:40 - 2:00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6084" y="2011680"/>
            <a:ext cx="3405530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Debrief and Q and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063240"/>
            <a:ext cx="10972800" cy="36576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E9F8E"/>
                </a:solidFill>
                <a:latin typeface="Calibri"/>
              </a:rPr>
              <a:t>LABS IN THIS SESSION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74720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85800" y="3575303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2.1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493008"/>
            <a:ext cx="9235440" cy="530352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Bring up the targets and the attacker toolbox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33087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4233672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2.2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4151375"/>
            <a:ext cx="9235440" cy="530352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SSH brute force and the Wazuh alerts it raises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91455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4809743"/>
            <a:ext cx="9235440" cy="530352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Web SQL injection and login brute force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449823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85800" y="5550407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2.4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5468111"/>
            <a:ext cx="9235440" cy="530352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Parse the logs and correlate with threat intel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6108191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85800" y="6208775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2.5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0280" y="6126479"/>
            <a:ext cx="9235440" cy="530352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Hand the evidence to AI for a fast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ROAD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Where this fits in the week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926080"/>
            <a:ext cx="2036003" cy="4572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E9F8E"/>
                </a:solidFill>
                <a:latin typeface="Calibri"/>
              </a:rPr>
              <a:t>Day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1816547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Foundations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3243" y="2560320"/>
            <a:ext cx="2036003" cy="1737360"/>
          </a:xfrm>
          <a:prstGeom prst="roundRect">
            <a:avLst>
              <a:gd name="adj" fmla="val 8000"/>
            </a:avLst>
          </a:prstGeom>
          <a:solidFill>
            <a:srgbClr val="0E9F8E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3243" y="2743200"/>
            <a:ext cx="2036003" cy="4572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C01E"/>
                </a:solidFill>
                <a:latin typeface="Calibri"/>
              </a:rPr>
              <a:t>Day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2971" y="3200400"/>
            <a:ext cx="1816547" cy="1005839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Detection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7846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77846" y="2926080"/>
            <a:ext cx="2036003" cy="4572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E9F8E"/>
                </a:solidFill>
                <a:latin typeface="Calibri"/>
              </a:rPr>
              <a:t>Day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7574" y="3383280"/>
            <a:ext cx="1816547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42449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42449" y="2926080"/>
            <a:ext cx="2036003" cy="4572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E9F8E"/>
                </a:solidFill>
                <a:latin typeface="Calibri"/>
              </a:rPr>
              <a:t>Day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177" y="3383280"/>
            <a:ext cx="1816547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AI red teaming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7052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7052" y="2926080"/>
            <a:ext cx="2036003" cy="4572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E9F8E"/>
                </a:solidFill>
                <a:latin typeface="Calibri"/>
              </a:rPr>
              <a:t>Day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6780" y="3383280"/>
            <a:ext cx="1816547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Capstone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064240" cy="7315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You are here: Day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FROM FOUNDATIONS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Recap and today's goal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Yesterday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You connected AI to the SOC and ran your first triage.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Today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You generate attacks in the lab and detect them.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Bridge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Then hand the evidence to AI for a fast summary.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KNOW THE 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Two ways to detect threats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5410047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5044287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Signature based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Match known-bad patterns like a SQL keyword or a scanner name. Fast and precise, but blind to new tricks.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33007" y="1417320"/>
            <a:ext cx="5410047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15887" y="1673352"/>
            <a:ext cx="5044287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Behavior based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Watch patterns over time, like many failed logins from one host. Catches bursts that no single line reveals.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USUAL SUSPECTS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Common attack vectors you will see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5410047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5044287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Brute force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Many login attempts to guess a password.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33007" y="1417320"/>
            <a:ext cx="5410047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15887" y="1673352"/>
            <a:ext cx="5044287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SQL injection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Malicious input that bypasses a login or reads the database.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8620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 Same Side Corner Rectangle 15"/>
          <p:cNvSpPr/>
          <p:nvPr/>
        </p:nvSpPr>
        <p:spPr>
          <a:xfrm>
            <a:off x="548640" y="3886200"/>
            <a:ext cx="5410047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142232"/>
            <a:ext cx="5044287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Path traversal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Requests that try to reach files like /etc/passwd.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88620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 Same Side Corner Rectangle 18"/>
          <p:cNvSpPr/>
          <p:nvPr/>
        </p:nvSpPr>
        <p:spPr>
          <a:xfrm>
            <a:off x="6233007" y="3886200"/>
            <a:ext cx="5410047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15887" y="4142232"/>
            <a:ext cx="5044287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Scanning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Probing many ports or paths to map the target.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ATTACK TO ALERT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detection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C2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>
            <a:off x="502920" y="2514600"/>
            <a:ext cx="2453563" cy="457200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551176"/>
            <a:ext cx="2453563" cy="38404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Attacker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81528"/>
            <a:ext cx="2270683" cy="9144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The lab toolbox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956483" y="3063240"/>
            <a:ext cx="457200" cy="457200"/>
          </a:xfrm>
          <a:prstGeom prst="rightArrow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13683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 Same Side Corner Rectangle 14"/>
          <p:cNvSpPr/>
          <p:nvPr/>
        </p:nvSpPr>
        <p:spPr>
          <a:xfrm>
            <a:off x="3413683" y="2514600"/>
            <a:ext cx="2453563" cy="457200"/>
          </a:xfrm>
          <a:prstGeom prst="round2Same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13683" y="2551176"/>
            <a:ext cx="2453563" cy="38404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Endpoint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123" y="3081528"/>
            <a:ext cx="2270683" cy="9144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Victim web and SSH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867247" y="3063240"/>
            <a:ext cx="457200" cy="457200"/>
          </a:xfrm>
          <a:prstGeom prst="rightArrow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324447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E9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24447" y="2514600"/>
            <a:ext cx="2453563" cy="457200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4447" y="2551176"/>
            <a:ext cx="2453563" cy="38404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Wazuh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3081528"/>
            <a:ext cx="2270683" cy="9144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Rules raise alerts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778011" y="3063240"/>
            <a:ext cx="457200" cy="457200"/>
          </a:xfrm>
          <a:prstGeom prst="rightArrow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235211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 Same Side Corner Rectangle 24"/>
          <p:cNvSpPr/>
          <p:nvPr/>
        </p:nvSpPr>
        <p:spPr>
          <a:xfrm>
            <a:off x="9235211" y="2514600"/>
            <a:ext cx="2453563" cy="457200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35211" y="2551176"/>
            <a:ext cx="2453563" cy="38404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651" y="3081528"/>
            <a:ext cx="2270683" cy="9144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Triage with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480560"/>
            <a:ext cx="11064240" cy="64008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Every attack you launch produces logs that Wazuh turns into alerts.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BEHAVIOR OVER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Brute force, up close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13232" y="1517904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08176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The signal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Dozens of failed logins from one source in seconds.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39696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13232" y="2286000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176272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The catch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One successful login hidden inside the burst.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07792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13232" y="3054096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44368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Wazuh rules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5710 and 5712 flag failures; rule 100120 flags the burst.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75888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712464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The lesson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dangerous event is the success you almost missed.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SIGNATURE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SQL injection, up close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13232" y="1517904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08176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The trick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password field carries ' OR '1'='1 instead of a password.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39696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13232" y="2286000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176272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Why it works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app builds its query as text, so the input becomes logic.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07792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13232" y="3054096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44368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The result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condition is always true and the login is bypassed.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75888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712464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The fix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Parameterized queries, input validation, and a rule that flags the pattern.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Turning intel into a verdict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10</a:t>
            </a:r>
          </a:p>
        </p:txBody>
      </p:sp>
      <p:sp>
        <p:nvSpPr>
          <p:cNvPr id="9" name="Chevron 8"/>
          <p:cNvSpPr/>
          <p:nvPr/>
        </p:nvSpPr>
        <p:spPr>
          <a:xfrm>
            <a:off x="457200" y="2468880"/>
            <a:ext cx="3011347" cy="1554480"/>
          </a:xfrm>
          <a:prstGeom prst="chevron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2371267" cy="15544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Observe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IPs and payloads from logs</a:t>
            </a:r>
          </a:p>
        </p:txBody>
      </p:sp>
      <p:sp>
        <p:nvSpPr>
          <p:cNvPr id="11" name="Chevron 10"/>
          <p:cNvSpPr/>
          <p:nvPr/>
        </p:nvSpPr>
        <p:spPr>
          <a:xfrm>
            <a:off x="3212515" y="2468880"/>
            <a:ext cx="3011347" cy="1554480"/>
          </a:xfrm>
          <a:prstGeom prst="chevron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15435" y="2468880"/>
            <a:ext cx="2371267" cy="15544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Correlate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Match against the threat feed</a:t>
            </a:r>
          </a:p>
        </p:txBody>
      </p:sp>
      <p:sp>
        <p:nvSpPr>
          <p:cNvPr id="13" name="Chevron 12"/>
          <p:cNvSpPr/>
          <p:nvPr/>
        </p:nvSpPr>
        <p:spPr>
          <a:xfrm>
            <a:off x="5967831" y="2468880"/>
            <a:ext cx="3011347" cy="1554480"/>
          </a:xfrm>
          <a:prstGeom prst="chevron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0751" y="2468880"/>
            <a:ext cx="2371267" cy="15544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Prioritize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Rank by severity</a:t>
            </a:r>
          </a:p>
        </p:txBody>
      </p:sp>
      <p:sp>
        <p:nvSpPr>
          <p:cNvPr id="15" name="Chevron 14"/>
          <p:cNvSpPr/>
          <p:nvPr/>
        </p:nvSpPr>
        <p:spPr>
          <a:xfrm>
            <a:off x="8723147" y="2468880"/>
            <a:ext cx="3011347" cy="1554480"/>
          </a:xfrm>
          <a:prstGeom prst="chevron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26067" y="2468880"/>
            <a:ext cx="2371267" cy="15544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Act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Block and investigate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11064240" cy="128016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Lab 2.4: correlate the attacking IPs with the threat intelligence feed.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WHAT A SIEM RULE REALLY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detection logic you will write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3A3F4B"/>
                </a:solidFill>
                <a:latin typeface="Calibri"/>
              </a:rPr>
              <a:t>This is exactly what detect_bruteforce.py does, and what a SIEM rule encodes.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13232" y="2066544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956816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Count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Failed logins per source 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88336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13232" y="2834640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24912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Window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Within a short time span, for example 60 seconds.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56432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13232" y="3602736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493008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Threshold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Flag any IP over the limit.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24528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13232" y="4370832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261104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Enrich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Check flagged IPs against threat intelligence.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68680" y="1700784"/>
            <a:ext cx="548640" cy="54864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600200"/>
            <a:ext cx="9692640" cy="7498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Attacks leave a trail; detection is about reading that trail well.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87168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68680" y="2633472"/>
            <a:ext cx="548640" cy="54864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532887"/>
            <a:ext cx="9692640" cy="7498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Signature detection is precise; behavior detection catches what single lines hide.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19856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68680" y="3566160"/>
            <a:ext cx="548640" cy="54864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465575"/>
            <a:ext cx="9692640" cy="7498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Correlating with threat intelligence turns raw IPs into priorities.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52544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68680" y="4498848"/>
            <a:ext cx="548640" cy="54864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398264"/>
            <a:ext cx="9692640" cy="7498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The scariest event in a brute force is the login that succeeded.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85231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68680" y="5431536"/>
            <a:ext cx="548640" cy="54864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330951"/>
            <a:ext cx="9692640" cy="7498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AI turns a pile of attack logs into a clear summary in seconds.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109728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You can see the attack 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566160"/>
            <a:ext cx="9235440" cy="82296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D7DAE2"/>
                </a:solidFill>
                <a:latin typeface="Calibri"/>
              </a:rPr>
              <a:t>Next you sharpen the tool that summarizes it: the prompt.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3904" y="4663440"/>
            <a:ext cx="4572000" cy="548640"/>
          </a:xfrm>
          <a:prstGeom prst="roundRect">
            <a:avLst>
              <a:gd name="adj" fmla="val 50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Next: Day 3, Prompt Engineering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842</Words>
  <Application>Microsoft Macintosh PowerPoint</Application>
  <PresentationFormat>Widescreen</PresentationFormat>
  <Paragraphs>168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Gaspard Baye</cp:lastModifiedBy>
  <cp:revision>4</cp:revision>
  <dcterms:created xsi:type="dcterms:W3CDTF">2013-01-27T09:14:16Z</dcterms:created>
  <dcterms:modified xsi:type="dcterms:W3CDTF">2026-08-21T01:44:36Z</dcterms:modified>
  <cp:category/>
</cp:coreProperties>
</file>