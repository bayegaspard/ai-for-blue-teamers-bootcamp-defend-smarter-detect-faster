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96528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0" y="2286000"/>
            <a:ext cx="3322015" cy="18288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MODULE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2C01E"/>
                </a:solidFill>
                <a:latin typeface="Calibri"/>
              </a:rPr>
              <a:t>AI BLUE TEAM AND INTRO TO AI RED TEAMING BOOTCAMP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863840" cy="15544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Calibri"/>
              </a:rPr>
              <a:t>Applied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66160"/>
            <a:ext cx="768096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D7DAE2"/>
                </a:solidFill>
                <a:latin typeface="Calibri"/>
              </a:rPr>
              <a:t>Traffic Analysis and Threat Identification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768096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Calibri"/>
              </a:rPr>
              <a:t>Run real attacks. See the telemetry. Catch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1208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Day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21208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2 hours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86200" y="5212080"/>
            <a:ext cx="1828800" cy="310896"/>
          </a:xfrm>
          <a:prstGeom prst="roundRect">
            <a:avLst>
              <a:gd name="adj" fmla="val 50000"/>
            </a:avLst>
          </a:prstGeom>
          <a:solidFill>
            <a:srgbClr val="3A3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FFFFFF"/>
                </a:solidFill>
                <a:latin typeface="Calibri"/>
              </a:rPr>
              <a:t>Hands-on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989320"/>
            <a:ext cx="73152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Presenter: Dr. Gaspard Baye, Valix 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2-HOUR SESSION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How today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0:00 - 0:20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Concept and demo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1642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1642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0:20 - 1:40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3082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Guided hands-on labs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4644" y="1554480"/>
            <a:ext cx="3588410" cy="1143000"/>
          </a:xfrm>
          <a:prstGeom prst="roundRect">
            <a:avLst>
              <a:gd name="adj" fmla="val 9000"/>
            </a:avLst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54644" y="1664208"/>
            <a:ext cx="3588410" cy="36576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2C01E"/>
                </a:solidFill>
                <a:latin typeface="Calibri"/>
              </a:rPr>
              <a:t>1:40 - 2:00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6084" y="2011680"/>
            <a:ext cx="3405530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Debrief and Q and 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10972800" cy="3657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E9F8E"/>
                </a:solidFill>
                <a:latin typeface="Calibri"/>
              </a:rPr>
              <a:t>LABS IN THIS SESSION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74720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85800" y="3575303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493008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Bring up the targets and the attacker toolbox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133087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233672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40280" y="4151375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SSH brute force and the Wazuh alerts it raises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91455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892040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809743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Web SQL injection and login brute force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449823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85800" y="5550407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5468111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Parse the logs and correlate with threat intel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6108191"/>
            <a:ext cx="11064240" cy="566928"/>
          </a:xfrm>
          <a:prstGeom prst="roundRect">
            <a:avLst>
              <a:gd name="adj" fmla="val 14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85800" y="6208775"/>
            <a:ext cx="1371600" cy="365760"/>
          </a:xfrm>
          <a:prstGeom prst="roundRect">
            <a:avLst>
              <a:gd name="adj" fmla="val 3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Lab 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40280" y="6126479"/>
            <a:ext cx="9235440" cy="530352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151622"/>
                </a:solidFill>
                <a:latin typeface="Calibri"/>
              </a:rPr>
              <a:t>Hand the evidence to AI for a fast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Where this fits in the week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Foundations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13243" y="2560320"/>
            <a:ext cx="2036003" cy="1737360"/>
          </a:xfrm>
          <a:prstGeom prst="roundRect">
            <a:avLst>
              <a:gd name="adj" fmla="val 8000"/>
            </a:avLst>
          </a:prstGeom>
          <a:solidFill>
            <a:srgbClr val="0E9F8E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13243" y="274320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2C01E"/>
                </a:solidFill>
                <a:latin typeface="Calibri"/>
              </a:rPr>
              <a:t>Day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2971" y="3200400"/>
            <a:ext cx="1816547" cy="1005839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7846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7846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7574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Prompt engineering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449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449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177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AI red teaming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7052" y="2743200"/>
            <a:ext cx="2036003" cy="1371600"/>
          </a:xfrm>
          <a:prstGeom prst="roundRect">
            <a:avLst>
              <a:gd name="adj" fmla="val 8000"/>
            </a:avLst>
          </a:prstGeom>
          <a:solidFill>
            <a:srgbClr val="ECEFF5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7052" y="2926080"/>
            <a:ext cx="2036003" cy="4572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E9F8E"/>
                </a:solidFill>
                <a:latin typeface="Calibri"/>
              </a:rPr>
              <a:t>Day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6780" y="3383280"/>
            <a:ext cx="1816547" cy="6400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937760"/>
            <a:ext cx="11064240" cy="7315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You are here: Day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FROM FOUNDATIONS TO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Recap and today's goal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3515258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Yesterday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You connected AI to the SOC and ran your first triage.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4338218" y="1417320"/>
            <a:ext cx="3515258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1098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Today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You generate attacks in the lab and detect them.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14173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8127796" y="1417320"/>
            <a:ext cx="3515258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0676" y="1673352"/>
            <a:ext cx="3149498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Bridge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Then hand the evidence to AI for a fast summary.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KNOW THE DIFFERENCE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Two ways to detect threats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Signature based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Match known-bad patterns like a SQL keyword or a scanner name. Fast and precise, but blind to new tricks.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Behavior based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Watch patterns over time, like many failed logins from one host. Catches bursts that no single line reveals.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THE USUAL SUSPECTS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Common attack vectors you will see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48640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Brute force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Many login attempts to guess a password.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 Same Side Corner Rectangle 12"/>
          <p:cNvSpPr/>
          <p:nvPr/>
        </p:nvSpPr>
        <p:spPr>
          <a:xfrm>
            <a:off x="6233007" y="141732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67335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SQL injection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Malicious input that bypasses a login or reads the database.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548640" y="388620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Path traversal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Requests that try to reach files like /etc/passwd.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7DAE2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233007" y="3886200"/>
            <a:ext cx="5410047" cy="128016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5887" y="4142232"/>
            <a:ext cx="5044287" cy="1810512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9F8E"/>
                </a:solidFill>
                <a:latin typeface="Calibri"/>
              </a:rPr>
              <a:t>Scanning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Probing many ports or paths to map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ATTACK TO ALERT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detection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C262A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 Same Side Corner Rectangle 9"/>
          <p:cNvSpPr/>
          <p:nvPr/>
        </p:nvSpPr>
        <p:spPr>
          <a:xfrm>
            <a:off x="502920" y="2514600"/>
            <a:ext cx="2453563" cy="457200"/>
          </a:xfrm>
          <a:prstGeom prst="round2SameRect">
            <a:avLst/>
          </a:prstGeom>
          <a:solidFill>
            <a:srgbClr val="DC2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Attacker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The lab toolbox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56483" y="3063240"/>
            <a:ext cx="457200" cy="457200"/>
          </a:xfrm>
          <a:prstGeom prst="rightArrow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3683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B45309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 Same Side Corner Rectangle 14"/>
          <p:cNvSpPr/>
          <p:nvPr/>
        </p:nvSpPr>
        <p:spPr>
          <a:xfrm>
            <a:off x="3413683" y="2514600"/>
            <a:ext cx="2453563" cy="457200"/>
          </a:xfrm>
          <a:prstGeom prst="round2Same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3683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Endpoint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123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Victim web and SSH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867247" y="3063240"/>
            <a:ext cx="457200" cy="457200"/>
          </a:xfrm>
          <a:prstGeom prst="rightArrow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324447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E9F8E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6324447" y="2514600"/>
            <a:ext cx="2453563" cy="457200"/>
          </a:xfrm>
          <a:prstGeom prst="round2Same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Wazuh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Rules raise alerts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778011" y="3063240"/>
            <a:ext cx="457200" cy="457200"/>
          </a:xfrm>
          <a:prstGeom prst="rightArrow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235211" y="2514600"/>
            <a:ext cx="2453563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 Same Side Corner Rectangle 24"/>
          <p:cNvSpPr/>
          <p:nvPr/>
        </p:nvSpPr>
        <p:spPr>
          <a:xfrm>
            <a:off x="9235211" y="2514600"/>
            <a:ext cx="2453563" cy="457200"/>
          </a:xfrm>
          <a:prstGeom prst="round2Same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211" y="2551176"/>
            <a:ext cx="2453563" cy="38404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651" y="3081528"/>
            <a:ext cx="2270683" cy="91440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3A3F4B"/>
                </a:solidFill>
                <a:latin typeface="Calibri"/>
              </a:rPr>
              <a:t>Triage with 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480560"/>
            <a:ext cx="11064240" cy="6400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Every attack you launch produces logs that Wazuh turns into alerts.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BEHAVIOR OVER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Brute force, up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signal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Dozens of failed logins from one source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catch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One successful login hidden inside the burst.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Wazuh rules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5710 and 5712 flag failures; rule 100120 flags the burst.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7588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1246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lesson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dangerous event is the success you almost missed.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SIGNATURE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SQL injection, up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517904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0817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trick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password field carries ' OR '1'='1 instead of a password.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13969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13232" y="2286000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17627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Why it works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app builds its query as text, so the input becomes logic.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0779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" y="3054096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4436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result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The condition is always true and the login is bypassed.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7588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13232" y="3822192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71246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The fix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Parameterized queries, input validation, and a rule that flags the pattern.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Turning intel into a verdict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10</a:t>
            </a:r>
          </a:p>
        </p:txBody>
      </p:sp>
      <p:sp>
        <p:nvSpPr>
          <p:cNvPr id="9" name="Chevron 8"/>
          <p:cNvSpPr/>
          <p:nvPr/>
        </p:nvSpPr>
        <p:spPr>
          <a:xfrm>
            <a:off x="457200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IPs and payloads from logs</a:t>
            </a:r>
          </a:p>
        </p:txBody>
      </p:sp>
      <p:sp>
        <p:nvSpPr>
          <p:cNvPr id="11" name="Chevron 10"/>
          <p:cNvSpPr/>
          <p:nvPr/>
        </p:nvSpPr>
        <p:spPr>
          <a:xfrm>
            <a:off x="3212515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5435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Correlate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Match against the threat feed</a:t>
            </a:r>
          </a:p>
        </p:txBody>
      </p:sp>
      <p:sp>
        <p:nvSpPr>
          <p:cNvPr id="13" name="Chevron 12"/>
          <p:cNvSpPr/>
          <p:nvPr/>
        </p:nvSpPr>
        <p:spPr>
          <a:xfrm>
            <a:off x="5967831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0751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Prioritize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Rank by severity</a:t>
            </a:r>
          </a:p>
        </p:txBody>
      </p:sp>
      <p:sp>
        <p:nvSpPr>
          <p:cNvPr id="15" name="Chevron 14"/>
          <p:cNvSpPr/>
          <p:nvPr/>
        </p:nvSpPr>
        <p:spPr>
          <a:xfrm>
            <a:off x="8723147" y="2468880"/>
            <a:ext cx="3011347" cy="1554480"/>
          </a:xfrm>
          <a:prstGeom prst="chevron">
            <a:avLst/>
          </a:prstGeom>
          <a:solidFill>
            <a:srgbClr val="0E9F8E"/>
          </a:solidFill>
          <a:ln>
            <a:noFill/>
          </a:ln>
          <a:effectLst/>
          <a:effectLst>
            <a:outerShdw blurRad="60000" dist="25000" dir="5400000" rotWithShape="0">
              <a:srgbClr val="1A1A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26067" y="2468880"/>
            <a:ext cx="2371267" cy="1554480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F4F2FB"/>
                </a:solidFill>
                <a:latin typeface="Calibri"/>
              </a:rPr>
              <a:t>Block and investigate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80560"/>
            <a:ext cx="11064240" cy="12801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3A3F4B"/>
                </a:solidFill>
                <a:latin typeface="Calibri"/>
              </a:rPr>
              <a:t>Lab 2.4: correlate the attacking IPs with the threat intelligence feed.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WHAT A SIEM RULE REALLY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detection logic you will write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3A3F4B"/>
                </a:solidFill>
                <a:latin typeface="Calibri"/>
              </a:rPr>
              <a:t>This is exactly what detect_bruteforce.py does, and what a SIEM rule encodes.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920240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3232" y="2066544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56816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Count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Failed logins per source IP.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88336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3232" y="2834640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724912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Window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Within a short time span, for example 60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456432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3232" y="3602736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493008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Threshold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Flag any IP over the limit.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24528"/>
            <a:ext cx="11064240" cy="658368"/>
          </a:xfrm>
          <a:prstGeom prst="roundRect">
            <a:avLst>
              <a:gd name="adj" fmla="val 12000"/>
            </a:avLst>
          </a:prstGeom>
          <a:solidFill>
            <a:srgbClr val="F4F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370832"/>
            <a:ext cx="365760" cy="36576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4261104"/>
            <a:ext cx="10149840" cy="585216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51622"/>
                </a:solidFill>
                <a:latin typeface="Calibri"/>
              </a:rPr>
              <a:t>Enrich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3A3F4B"/>
                </a:solidFill>
                <a:latin typeface="Calibri"/>
              </a:rPr>
              <a:t>Check flagged IPs against threat intelligence.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10058400" cy="27432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2C01E"/>
                </a:solidFill>
                <a:latin typeface="Calibri"/>
              </a:rP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ECEF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28816"/>
            <a:ext cx="73152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Valix AI  x  Evolve Academy   |   AI Blue Team Bootcamp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371600" cy="2926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Module 2  |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00784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00200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Attacks leave a trail; detection is about reading that trail well.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87168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633472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32887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Signature detection is precise; behavior detection catches what single lines hide.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419856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66160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65575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Correlating with threat intelligence turns raw IPs into priorities.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352544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680" y="4498848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398264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The scariest event in a brute force is the login that succeeded.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85231"/>
            <a:ext cx="10881360" cy="841248"/>
          </a:xfrm>
          <a:prstGeom prst="roundRect">
            <a:avLst>
              <a:gd name="adj" fmla="val 10000"/>
            </a:avLst>
          </a:prstGeom>
          <a:solidFill>
            <a:srgbClr val="F4F2FB"/>
          </a:solidFill>
          <a:ln w="12700">
            <a:solidFill>
              <a:srgbClr val="D7DA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5431536"/>
            <a:ext cx="548640" cy="548640"/>
          </a:xfrm>
          <a:prstGeom prst="ellipse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5330951"/>
            <a:ext cx="9692640" cy="749808"/>
          </a:xfrm>
          <a:prstGeom prst="rect">
            <a:avLst/>
          </a:prstGeom>
          <a:noFill/>
        </p:spPr>
        <p:txBody>
          <a:bodyPr wrap="square" anchor="ctr" lIns="109728" rIns="109728" tIns="54864" bIns="54864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151622"/>
                </a:solidFill>
                <a:latin typeface="Calibri"/>
              </a:rPr>
              <a:t>AI turns a pile of attack logs into a clear summary in seconds.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F2C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10058400" cy="109728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You can see the attack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235440" cy="822960"/>
          </a:xfrm>
          <a:prstGeom prst="rect">
            <a:avLst/>
          </a:prstGeom>
          <a:noFill/>
        </p:spPr>
        <p:txBody>
          <a:bodyPr wrap="square" anchor="t" lIns="109728" rIns="109728" tIns="54864" bIns="54864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D7DAE2"/>
                </a:solidFill>
                <a:latin typeface="Calibri"/>
              </a:rPr>
              <a:t>Next you sharpen the tool that summarizes it: the prompt.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03904" y="4663440"/>
            <a:ext cx="4572000" cy="548640"/>
          </a:xfrm>
          <a:prstGeom prst="roundRect">
            <a:avLst>
              <a:gd name="adj" fmla="val 50000"/>
            </a:avLst>
          </a:prstGeom>
          <a:solidFill>
            <a:srgbClr val="0E9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Next: Day 3, Prompt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