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96528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286000"/>
            <a:ext cx="3322015" cy="18288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MODULE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6809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C01E"/>
                </a:solidFill>
                <a:latin typeface="Calibri"/>
              </a:rPr>
              <a:t>AI BLUE TEAM AND INTRO TO AI RED TEAMING BOOTCAMP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786384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Prompt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768096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7DAE2"/>
                </a:solidFill>
                <a:latin typeface="Calibri"/>
              </a:rPr>
              <a:t>Applied AI for Security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68096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Turn prompting into a repeatable SOC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212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2120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Hands-on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Presenter: Dr. Gaspard Baye, Valix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2-HOUR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0:00 - 0:20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Concept and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1642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0:20 - 1:40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082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Guided hands-on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4644" y="1664208"/>
            <a:ext cx="3588410" cy="3657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1:40 - 2:00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6084" y="2011680"/>
            <a:ext cx="3405530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Debrief and Q and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LABS IN THIS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575303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3.1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493008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Prompt fundamentals: the six principles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7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233672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151375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Generate a Sigma detection rule with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1455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3.3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809743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Automate an incident summary and a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9823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550407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3.4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468111"/>
            <a:ext cx="9235440" cy="53035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Build an AI-assisted triage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this fits in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Foundations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3243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3243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Calibr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971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2560320"/>
            <a:ext cx="2036003" cy="173736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7846" y="274320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C01E"/>
                </a:solidFill>
                <a:latin typeface="Calibri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574" y="3200400"/>
            <a:ext cx="1816547" cy="1005839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449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449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Calibri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177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AI red teaming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7052" y="2926080"/>
            <a:ext cx="2036003" cy="4572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6780" y="3383280"/>
            <a:ext cx="1816547" cy="6400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You are here: Day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prompting is a SOC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Speed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Draft summaries and detection rules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Consistency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good template gives the same shape every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Scale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Handle more alerts without adding more people.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PROMPT ENGINEERING IN SIX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six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Tell the model who it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Ground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Give it only the relevant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Structure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Ask for a fixed output shape.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548640" y="388620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4223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Constrain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Provide the rating scale to 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8218" y="3886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4338218" y="388620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1098" y="414223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Verify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Treat the output as a draft to check.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6" y="3886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8127796" y="3886200"/>
            <a:ext cx="3515258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0676" y="4142232"/>
            <a:ext cx="3149498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Guard the 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Never let data act as instructions.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SAME LOG, VERY DIFFERENT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Bad prompt versus good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285232" cy="4800600"/>
          </a:xfrm>
          <a:prstGeom prst="roundRect">
            <a:avLst>
              <a:gd name="adj" fmla="val 4000"/>
            </a:avLst>
          </a:prstGeom>
          <a:solidFill>
            <a:srgbClr val="FCECEC"/>
          </a:solidFill>
          <a:ln w="1905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5285232" cy="640080"/>
          </a:xfrm>
          <a:prstGeom prst="round2Same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Vague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663440" cy="3749039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'Is this log bad?'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No role and no format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A rambling, unpredictable answer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Hard to use or automate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285232" cy="4800600"/>
          </a:xfrm>
          <a:prstGeom prst="roundRect">
            <a:avLst>
              <a:gd name="adj" fmla="val 4000"/>
            </a:avLst>
          </a:prstGeom>
          <a:solidFill>
            <a:srgbClr val="E9F7F0"/>
          </a:solidFill>
          <a:ln w="1905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355080" y="1417320"/>
            <a:ext cx="5285232" cy="640080"/>
          </a:xfrm>
          <a:prstGeom prst="round2Same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Structured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663440" cy="3749039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Role: senior SOC analyst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Fixed fields: verdict, confidence, evidence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Cites the exact lines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1622"/>
                </a:solidFill>
                <a:latin typeface="Calibri"/>
              </a:rPr>
              <a:t>-  Ready for a ticket or a 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FOUR PARTS,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Anatomy of a security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Persona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You are a detection engineer.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233007" y="141732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Task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Convert this behavior into a Sigma rule.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48640" y="388620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behavior description, kept separate.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33007" y="388620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14223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Constraints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Output valid YAML only and minimize false positives.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REAL SOC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you will automate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Summarize incidents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Alert JSON becomes a ticket-ready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233007" y="141732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67335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Generate detection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behavior becomes a Sigma rule draft.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48640" y="388620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Write reports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Evidence becomes an incident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33007" y="3886200"/>
            <a:ext cx="5410047" cy="128016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142232"/>
            <a:ext cx="5044287" cy="181051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Triage at scale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queue of alerts becomes a ranked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AI DRAFTS, YOU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Generating a detection rule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09</a:t>
            </a:r>
          </a:p>
        </p:txBody>
      </p:sp>
      <p:sp>
        <p:nvSpPr>
          <p:cNvPr id="9" name="Chevron 8"/>
          <p:cNvSpPr/>
          <p:nvPr/>
        </p:nvSpPr>
        <p:spPr>
          <a:xfrm>
            <a:off x="457200" y="2468880"/>
            <a:ext cx="3011347" cy="1554480"/>
          </a:xfrm>
          <a:prstGeom prst="chevron">
            <a:avLst/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Describe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The attacker behavior</a:t>
            </a:r>
          </a:p>
        </p:txBody>
      </p:sp>
      <p:sp>
        <p:nvSpPr>
          <p:cNvPr id="11" name="Chevron 10"/>
          <p:cNvSpPr/>
          <p:nvPr/>
        </p:nvSpPr>
        <p:spPr>
          <a:xfrm>
            <a:off x="3212515" y="2468880"/>
            <a:ext cx="3011347" cy="1554480"/>
          </a:xfrm>
          <a:prstGeom prst="chevron">
            <a:avLst/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5435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Draft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AI writes the Sigma YAML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7831" y="2468880"/>
            <a:ext cx="3011347" cy="1554480"/>
          </a:xfrm>
          <a:prstGeom prst="chevron">
            <a:avLst/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Validate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Check syntax and logic</a:t>
            </a:r>
          </a:p>
        </p:txBody>
      </p:sp>
      <p:sp>
        <p:nvSpPr>
          <p:cNvPr id="15" name="Chevron 14"/>
          <p:cNvSpPr/>
          <p:nvPr/>
        </p:nvSpPr>
        <p:spPr>
          <a:xfrm>
            <a:off x="8723147" y="2468880"/>
            <a:ext cx="3011347" cy="1554480"/>
          </a:xfrm>
          <a:prstGeom prst="chevron">
            <a:avLst/>
          </a:prstGeom>
          <a:solidFill>
            <a:srgbClr val="6D28D9"/>
          </a:solidFill>
          <a:ln>
            <a:noFill/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067" y="2468880"/>
            <a:ext cx="2371267" cy="1554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Deploy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Add to the SIEM and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AI writes the first draft. The engineer always validates before anything is deployed.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LAB 3.4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AI-assisted triage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9F8E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2453563" cy="457200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Wazuh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Pulled by the client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56483" y="3063240"/>
            <a:ext cx="457200" cy="45720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3683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3413683" y="2514600"/>
            <a:ext cx="2453563" cy="457200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Prompt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123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alert_summary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67247" y="3063240"/>
            <a:ext cx="457200" cy="45720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4447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24447" y="2514600"/>
            <a:ext cx="2453563" cy="457200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Structured triage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8011" y="3063240"/>
            <a:ext cx="457200" cy="457200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2514600"/>
            <a:ext cx="2453563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  <a:effectLst>
            <a:outerShdw blurRad="60000" dist="25000" dir="5400000" rotWithShape="0">
              <a:srgbClr val="1A1A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9235211" y="2514600"/>
            <a:ext cx="2453563" cy="457200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211" y="2551176"/>
            <a:ext cx="2453563" cy="38404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Analyst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651" y="3081528"/>
            <a:ext cx="2270683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Rank and 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triage_workflow.py builds this whole chain and prints a ranked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TRUST, BUT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guardrail that matters most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517904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08176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AI drafts, the engineer verifies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Especially for detection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286000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76272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A wrong rule is worse than no rule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It creates noise or a blind spot.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054096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44368"/>
            <a:ext cx="10149840" cy="585216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Test against real 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Before anything reaches production.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3  |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Prompting is a core analyst skill, not a novelty.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633472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32887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The six principles turn vague questions into reliable, reusable prompts.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19856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65575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AI can draft Sigma rules, summaries, and reports in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52544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498848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98264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Structure the output and the result becomes machine-usable.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1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431536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30951"/>
            <a:ext cx="9692640" cy="749808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AI drafts the detection; the engineer always validates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You can direct the AI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923544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AE2"/>
                </a:solidFill>
                <a:latin typeface="Calibri"/>
              </a:rPr>
              <a:t>Next you learn how attackers try to hijack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46634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Next: Day 4, AI Red Teaming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