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Prompt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Applied AI for Security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Turn prompting into a repeatable SOC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  <p:pic>
        <p:nvPicPr>
          <p:cNvPr id="16" name="Picture 15" descr="Evolve Security 2026 Company Profile: Valuation, Funding &amp; Investors |  PitchBook">
            <a:extLst>
              <a:ext uri="{FF2B5EF4-FFF2-40B4-BE49-F238E27FC236}">
                <a16:creationId xmlns:a16="http://schemas.microsoft.com/office/drawing/2014/main" id="{9853B212-2F8A-EAB6-FC6F-3D75DE361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856" y="-320358"/>
            <a:ext cx="1787144" cy="17871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Prompt fundamentals: the six principles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Generate a Sigma detection rule with 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Automate an incident summary and a report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Build an AI-assisted triage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3243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7846" y="274320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200400"/>
            <a:ext cx="1816547" cy="1005839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42449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You are here: Day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prompting is a SOC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Speed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Draft summaries and detection rules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Consistency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good template gives the same shape every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Handle more alerts without adding more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PROMPT ENGINEERING IN SIX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six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Tell the model who it 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Ground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Give it only the relevant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Structure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Ask for a fixed output shape.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548640" y="388620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14223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Constrain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Provide the rating scale to 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3886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338218" y="388620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21098" y="414223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Verify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Treat the output as a draft to check.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3886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8127796" y="388620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10676" y="414223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Guard the 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Never let data act as instructions.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SAME LOG, VERY DIFFERENT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Bad prompt versus good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285232" cy="4800600"/>
          </a:xfrm>
          <a:prstGeom prst="roundRect">
            <a:avLst>
              <a:gd name="adj" fmla="val 4000"/>
            </a:avLst>
          </a:prstGeom>
          <a:solidFill>
            <a:srgbClr val="FCECEC"/>
          </a:solidFill>
          <a:ln w="19050">
            <a:solidFill>
              <a:srgbClr val="E54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285232" cy="64008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Vague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663440" cy="3749039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'Is this log bad?'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No role and no format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A rambling, unpredictable answer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Hard to use or automate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5285232" cy="4800600"/>
          </a:xfrm>
          <a:prstGeom prst="roundRect">
            <a:avLst>
              <a:gd name="adj" fmla="val 4000"/>
            </a:avLst>
          </a:prstGeom>
          <a:solidFill>
            <a:srgbClr val="E9F7F0"/>
          </a:solidFill>
          <a:ln w="19050">
            <a:solidFill>
              <a:srgbClr val="1F9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355080" y="1417320"/>
            <a:ext cx="5285232" cy="640080"/>
          </a:xfrm>
          <a:prstGeom prst="round2SameRect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Structured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4663440" cy="3749039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Role: senior SOC analyst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Fixed fields: verdict, confidence, evidence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Cites the exact lines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Ready for a ticket or a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FOUR PARTS,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Anatomy of a security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Persona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You are a detection engineer.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Task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Convert this behavior into a Sigma rule.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behavior description, kept separate.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Constraints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Output valid YAML only and minimize false positives.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REAL SOC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will automate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Summarize incidents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Alert JSON becomes a ticket-ready summary.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Generate detection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behavior becomes a Sigma rule draft.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Write reports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Evidence becomes an incident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Triage at scale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queue of alerts becomes a ranked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AI DRAFTS, YOU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Generating a detection rule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09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The attacker behavior</a:t>
            </a:r>
          </a:p>
        </p:txBody>
      </p:sp>
      <p:sp>
        <p:nvSpPr>
          <p:cNvPr id="11" name="Chevron 10"/>
          <p:cNvSpPr/>
          <p:nvPr/>
        </p:nvSpPr>
        <p:spPr>
          <a:xfrm>
            <a:off x="3212515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5435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Draft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AI writes the Sigma YAML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7831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0751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Validate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Check syntax and logic</a:t>
            </a:r>
          </a:p>
        </p:txBody>
      </p:sp>
      <p:sp>
        <p:nvSpPr>
          <p:cNvPr id="15" name="Chevron 14"/>
          <p:cNvSpPr/>
          <p:nvPr/>
        </p:nvSpPr>
        <p:spPr>
          <a:xfrm>
            <a:off x="8723147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26067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Deploy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Add to the SIEM and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AI writes the first draft. The engineer always validates before anything is deployed.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LAB 3.4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AI-assisted triage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2453563" cy="457200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Wazuh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Pulled by the client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56483" y="3063240"/>
            <a:ext cx="457200" cy="45720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3683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413683" y="2514600"/>
            <a:ext cx="2453563" cy="457200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3683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Prompt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alert_summary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7247" y="3063240"/>
            <a:ext cx="457200" cy="45720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24447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24447" y="2514600"/>
            <a:ext cx="2453563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4447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Ollama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Structured triage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78011" y="3063240"/>
            <a:ext cx="457200" cy="45720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235211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9235211" y="2514600"/>
            <a:ext cx="2453563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211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Analyst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651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Rank and 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triage_workflow.py builds this whole chain and prints a ranked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TRUST, BUT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guardrail that matters most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AI drafts, the engineer verifies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Especially for detection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A wrong rule is worse than no rule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It creates noise or a blind spot.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Test against real 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Before anything reaches production.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Prompting is a core analyst skill, not a novelty.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six principles turn vague questions into reliable, reusable prompts.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can draft Sigma rules, summaries, and reports in seconds.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Structure the output and the result becomes machine-usable.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drafts the detection; the engineer always validates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You can direct the AI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Next you learn how attackers try to hijack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4, AI Red Teaming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775</Words>
  <Application>Microsoft Macintosh PowerPoint</Application>
  <PresentationFormat>Widescreen</PresentationFormat>
  <Paragraphs>164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Gaspard Baye</cp:lastModifiedBy>
  <cp:revision>3</cp:revision>
  <dcterms:created xsi:type="dcterms:W3CDTF">2013-01-27T09:14:16Z</dcterms:created>
  <dcterms:modified xsi:type="dcterms:W3CDTF">2026-08-21T01:44:47Z</dcterms:modified>
  <cp:category/>
</cp:coreProperties>
</file>