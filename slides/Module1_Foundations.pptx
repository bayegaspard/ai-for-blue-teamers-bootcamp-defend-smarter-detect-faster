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Manual (minutes)</c:v>
                </c:pt>
              </c:strCache>
            </c:strRef>
          </c:tx>
          <c:spPr>
            <a:solidFill>
              <a:srgbClr val="3A3F4B"/>
            </a:solidFill>
          </c:spPr>
          <c:cat>
            <c:strRef>
              <c:f>Sheet1!$A$2:$A$4</c:f>
              <c:strCache>
                <c:ptCount val="3"/>
                <c:pt idx="0">
                  <c:v>Triage an alert</c:v>
                </c:pt>
                <c:pt idx="1">
                  <c:v>Summarize an incident</c:v>
                </c:pt>
                <c:pt idx="2">
                  <c:v>Draft a report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25</c:v>
                </c:pt>
                <c:pt idx="2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AI-assisted (minutes)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Sheet1!$A$2:$A$4</c:f>
              <c:strCache>
                <c:ptCount val="3"/>
                <c:pt idx="0">
                  <c:v>Triage an alert</c:v>
                </c:pt>
                <c:pt idx="1">
                  <c:v>Summarize an incident</c:v>
                </c:pt>
                <c:pt idx="2">
                  <c:v>Draft a report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AI for Blue Team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How AI is changing defensive security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2563E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2563E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2563EB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Connect to Ollama and Wazuh, and check the GPU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Your first AI conversation for 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AI-assisted log triage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1.4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Tour the Wazuh SIEM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1816547" cy="1005839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3243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7846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449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You are here: Day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WHY AI,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problem: analysts are drowning in alerts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48477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3484778" cy="10972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563EB"/>
                </a:solidFill>
                <a:latin typeface="Calibri"/>
              </a:rPr>
              <a:t>11k+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66160"/>
            <a:ext cx="3210458" cy="8229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A3F4B"/>
                </a:solidFill>
                <a:latin typeface="Calibri"/>
              </a:rPr>
              <a:t>alerts per day in a busy SOC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3458" y="2103120"/>
            <a:ext cx="348477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3458" y="2423160"/>
            <a:ext cx="3484778" cy="10972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563EB"/>
                </a:solidFill>
                <a:latin typeface="Calibri"/>
              </a:rP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566160"/>
            <a:ext cx="3210458" cy="8229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A3F4B"/>
                </a:solidFill>
                <a:latin typeface="Calibri"/>
              </a:rPr>
              <a:t>of alerts never get fully investigated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103120"/>
            <a:ext cx="348477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423160"/>
            <a:ext cx="3484778" cy="10972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563EB"/>
                </a:solidFill>
                <a:latin typeface="Calibri"/>
              </a:rPr>
              <a:t>30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3566160"/>
            <a:ext cx="3210458" cy="8229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A3F4B"/>
                </a:solidFill>
                <a:latin typeface="Calibri"/>
              </a:rPr>
              <a:t>to triage a single alert by hand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Numbers are illustrative. AI does not replace the analyst; it removes the slow first pass so people focus on judgment.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MINUTES PER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AI saves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097280" y="1554480"/>
          <a:ext cx="10058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Illustrative. AI-assisted work still ends with a human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THREE EVERYDAY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AI helps across the SOC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Log analysis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Turn thousands of raw lines into a plain-language summary and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Alert triage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Rank what matters first and explain why, with the evidence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Incident response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Draft timelines, summaries, and reports so responders move faster.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AUTOMATION THAT SPEEDS THE FIRST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AI-assisted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Accelerating log parsing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Turn raw, high-volume logs into structured, readable findings in seconds instead of scrolling.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Identifying anomalies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Surface the unusual: odd logins, rare user-agents, and spikes a tired analyst would scroll past.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Supporting investigation workflows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Draft the next steps, pivots, and summaries so the analyst investigates faster.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YOUR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tools you will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Ollama and llama3.1 8b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large language model running on the lab GPU. Private, and no data leaves the lab.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Wazuh 4.14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SIEM. It collects logs, applies rules, and raises alerts.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Shared Python clients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ollama_client and wazuh_client connect the two in a few lines of code.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the lab connects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3423818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Student 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You run scripts and prompts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26738" y="3063240"/>
            <a:ext cx="457200" cy="45720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3938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D28D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383938" y="2514600"/>
            <a:ext cx="3423818" cy="457200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3938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Ollama GPU 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llama3.1 8b analyzes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07756" y="3063240"/>
            <a:ext cx="457200" cy="45720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4956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E9F8E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264956" y="2514600"/>
            <a:ext cx="3423818" cy="457200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Wazuh SIEM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Alerts and log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One .env file points every script at the real lab or a local offline copy.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PROMPT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Anatomy of a good AI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Every prompt in this course follows the same simple shape.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5410047" cy="21259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548640" y="1874519"/>
            <a:ext cx="5410047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30551"/>
            <a:ext cx="5044287" cy="174193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Set who the model is: a SOC analyst assistant.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74519"/>
            <a:ext cx="5410047" cy="21259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6233007" y="1874519"/>
            <a:ext cx="5410047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130551"/>
            <a:ext cx="5044287" cy="174193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Task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Say what to do: summarize this log and give a verdict.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74820"/>
            <a:ext cx="5410047" cy="21259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548640" y="4274820"/>
            <a:ext cx="5410047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30852"/>
            <a:ext cx="5044287" cy="174193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log itself, kept separate from the instructions.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274820"/>
            <a:ext cx="5410047" cy="21259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233007" y="4274820"/>
            <a:ext cx="5410047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4530852"/>
            <a:ext cx="5044287" cy="174193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Constraints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fixed output shape so results stay consistent.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MINDSET THAT KEEPS YOU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AI is a co-pilot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It proposes. It does not decide.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Always verify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Treat the output as a hypothesis backed by evidence.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Never trust data as instructions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preview of Day 4: attackers hide commands in logs.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1  |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is now part of the modern SOC for log analysis, triage, and response.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 large language model turns raw logs into summaries and verdicts in seconds.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 good prompt has four parts: role, task, data, and constraints.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analyst stays in control and verifies every AI output.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Never let untrusted data act as instructions to the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Foundations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Tomorrow you generate real attacks and catch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2, Applied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