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Manual (minutes)</c:v>
                </c:pt>
              </c:strCache>
            </c:strRef>
          </c:tx>
          <c:spPr>
            <a:solidFill>
              <a:srgbClr val="3A3F4B"/>
            </a:solidFill>
          </c:spPr>
          <c:cat>
            <c:strRef>
              <c:f>Sheet1!$A$2:$A$4</c:f>
              <c:strCache>
                <c:ptCount val="3"/>
                <c:pt idx="0">
                  <c:v>Triage an alert</c:v>
                </c:pt>
                <c:pt idx="1">
                  <c:v>Summarize an incident</c:v>
                </c:pt>
                <c:pt idx="2">
                  <c:v>Draft a report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25</c:v>
                </c:pt>
                <c:pt idx="2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AI-assisted (minutes)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Triage an alert</c:v>
                </c:pt>
                <c:pt idx="1">
                  <c:v>Summarize an incident</c:v>
                </c:pt>
                <c:pt idx="2">
                  <c:v>Draft a report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4</c:v>
                </c:pt>
                <c:pt idx="2">
                  <c:v>10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96528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286000"/>
            <a:ext cx="3322015" cy="18288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MODULE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76809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C01E"/>
                </a:solidFill>
                <a:latin typeface="Calibri"/>
              </a:rPr>
              <a:t>AI BLUE TEAM AND INTRO TO AI RED TEAMING BOOTCAMP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7863840" cy="15544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768096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D7DAE2"/>
                </a:solidFill>
                <a:latin typeface="Calibri"/>
              </a:rPr>
              <a:t>AI for Blue Team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768096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How AI is changing defensive security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2120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2120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521208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Hands-on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73152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Presenter: Dr. Gaspard Baye, Valix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2-HOUR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today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3588410" cy="3657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0:00 - 0:20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405530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Concept and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1642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1642" y="1664208"/>
            <a:ext cx="3588410" cy="3657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0:20 - 1:40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3082" y="2011680"/>
            <a:ext cx="3405530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Guided hands-on labs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4644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54644" y="1664208"/>
            <a:ext cx="3588410" cy="3657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1:40 - 2:00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6084" y="2011680"/>
            <a:ext cx="3405530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Debrief and Q and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LABS IN THIS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575303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493008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Connect to Ollama and Wazuh, and check the GPU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33087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233672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1.2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151375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Your first AI conversation for 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91455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89204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1.3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809743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AI-assisted log triage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49823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550407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1.4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468111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Tour the Wazuh SIEM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Where this fits in the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2036003" cy="17373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2C01E"/>
                </a:solidFill>
                <a:latin typeface="Calibri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00400"/>
            <a:ext cx="1816547" cy="1005839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Foundations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3243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3243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2971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7846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7846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7574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Prompt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2449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449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Day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177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AI red teaming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7052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7052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6780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You are here: Day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WHY AI,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problem: analysts are drowning in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48477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3484778" cy="10972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2563EB"/>
                </a:solidFill>
                <a:latin typeface="Calibri"/>
              </a:rPr>
              <a:t>11k+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3210458" cy="8229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3F4B"/>
                </a:solidFill>
                <a:latin typeface="Calibri"/>
              </a:rPr>
              <a:t>alerts per day in a busy SOC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2103120"/>
            <a:ext cx="348477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2423160"/>
            <a:ext cx="3484778" cy="10972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2563EB"/>
                </a:solidFill>
                <a:latin typeface="Calibri"/>
              </a:rP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566160"/>
            <a:ext cx="3210458" cy="8229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3F4B"/>
                </a:solidFill>
                <a:latin typeface="Calibri"/>
              </a:rPr>
              <a:t>of alerts never get fully investigated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103120"/>
            <a:ext cx="348477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423160"/>
            <a:ext cx="3484778" cy="10972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2563EB"/>
                </a:solidFill>
                <a:latin typeface="Calibri"/>
              </a:rPr>
              <a:t>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3566160"/>
            <a:ext cx="3210458" cy="8229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3F4B"/>
                </a:solidFill>
                <a:latin typeface="Calibri"/>
              </a:rPr>
              <a:t>to triage a single alert by hand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Numbers are illustrative. AI does not replace the analyst; it removes the slow first pass so people focus on judgment.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MINUTES PER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Where AI saves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097280" y="1554480"/>
          <a:ext cx="10058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Illustrative. AI-assisted work still ends with a human check.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THREE EVERYDAY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Where AI helps across the SOC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Log analysis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Turn thousands of raw lines into a plain-language summary and a verdict.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Alert triage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Rank what matters first and explain why, with the evidence cited.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Incident response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Draft timelines, summaries, and reports so responders move faster.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AUTOMATION THAT SPEEDS THE FIRST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AI-assisted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Accelerating log parsing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Turn raw, high-volume logs into structured, readable findings in seconds instead of scrolling.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Identifying anomalies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Surface the unusual: odd logins, rare user-agents, and spikes a tired analyst would scroll past.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Supporting investigation workflows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Draft the next steps, pivots, and summaries so the analyst investigates faster.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YOUR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tools you will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Ollama and llama3.1 8b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 large language model running on the lab GPU. Private, and no data leaves the lab.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Wazuh 4.14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SIEM. It collects logs, applies rules, and raises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Shared Python clients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ollama_client and wazuh_client connect the two in a few lines of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the lab connects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02920" y="2514600"/>
            <a:ext cx="3423818" cy="457200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3423818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Student 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81528"/>
            <a:ext cx="3240938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You run scripts and prompts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26738" y="3063240"/>
            <a:ext cx="457200" cy="45720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3938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383938" y="2514600"/>
            <a:ext cx="3423818" cy="457200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3938" y="2551176"/>
            <a:ext cx="3423818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Ollama GPU 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378" y="3081528"/>
            <a:ext cx="3240938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llama3.1 8b analyzes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07756" y="3063240"/>
            <a:ext cx="457200" cy="45720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64956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E9F8E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264956" y="2514600"/>
            <a:ext cx="3423818" cy="457200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4956" y="2551176"/>
            <a:ext cx="3423818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Wazuh SIEM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3081528"/>
            <a:ext cx="3240938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Alerts and log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One .env file points every script at the real lab or a local offline copy.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PROMPT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Anatomy of a good AI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Every prompt in this course follows the same simple shape.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5410047" cy="21259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548640" y="1874519"/>
            <a:ext cx="5410047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1"/>
            <a:ext cx="5044287" cy="174193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Set who the model is: a SOC analyst assistant.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410047" cy="21259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6233007" y="1874519"/>
            <a:ext cx="5410047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2130551"/>
            <a:ext cx="5044287" cy="174193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Task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Say what to do: summarize this log and give a verdict.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4820"/>
            <a:ext cx="5410047" cy="21259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548640" y="4274820"/>
            <a:ext cx="5410047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30852"/>
            <a:ext cx="5044287" cy="174193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Data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log itself, kept separate from the instructions.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274820"/>
            <a:ext cx="5410047" cy="21259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233007" y="4274820"/>
            <a:ext cx="5410047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5887" y="4530852"/>
            <a:ext cx="5044287" cy="174193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Constraints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 fixed output shape so results stay consistent.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MINDSET THAT KEEPS YOU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Human in the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AI is a co-pilot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It proposes. It does not decide.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Always verify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Treat the output as a hypothesis backed by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Never trust data as instructions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 preview of Day 4: attackers hide commands in logs.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00784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00200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AI is now part of the modern SOC for log analysis, triage, and response.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87168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633472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32887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A large language model turns raw logs into summaries and verdicts in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19856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56616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65575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A good prompt has four parts: role, task, data, and constraints.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52544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498848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98264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The analyst stays in control and verifies every AI output.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85231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5431536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30951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Never let untrusted data act as instructions to the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Foundations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566160"/>
            <a:ext cx="923544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7DAE2"/>
                </a:solidFill>
                <a:latin typeface="Calibri"/>
              </a:rPr>
              <a:t>Tomorrow you generate real attacks and catch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3904" y="466344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Next: Day 2, Applied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