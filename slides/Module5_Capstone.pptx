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Capstone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End-to-End AI-Powered SOC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Run the full incident, end to end, with AI, and spot the trap.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Detect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Find the attack in Wazuh or the datasets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Analyze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Triage with AI, and verify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Respond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Contain and correlate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Draft the incident report with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1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6208775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Adversarial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6126479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Catch and resist the prompt injection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FINISH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3243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7846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449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7052" y="274320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200400"/>
            <a:ext cx="1816547" cy="1005839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You are here: Day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THE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Operation Nightjar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4F2FB"/>
                </a:solidFill>
                <a:latin typeface="Calibri"/>
              </a:rPr>
              <a:t>A multi-stage intrusion hit the lab overnight. You run the response.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EVERYTHING FROM DAYS 1 TO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incident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05</a:t>
            </a:r>
          </a:p>
        </p:txBody>
      </p:sp>
      <p:sp>
        <p:nvSpPr>
          <p:cNvPr id="9" name="Chevron 8"/>
          <p:cNvSpPr/>
          <p:nvPr/>
        </p:nvSpPr>
        <p:spPr>
          <a:xfrm>
            <a:off x="457200" y="2468880"/>
            <a:ext cx="3011347" cy="1554480"/>
          </a:xfrm>
          <a:prstGeom prst="chevron">
            <a:avLst/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Detect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Find the attack</a:t>
            </a:r>
          </a:p>
        </p:txBody>
      </p:sp>
      <p:sp>
        <p:nvSpPr>
          <p:cNvPr id="11" name="Chevron 10"/>
          <p:cNvSpPr/>
          <p:nvPr/>
        </p:nvSpPr>
        <p:spPr>
          <a:xfrm>
            <a:off x="3212515" y="2468880"/>
            <a:ext cx="3011347" cy="1554480"/>
          </a:xfrm>
          <a:prstGeom prst="chevron">
            <a:avLst/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5435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Analyze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Triage with AI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7831" y="2468880"/>
            <a:ext cx="3011347" cy="1554480"/>
          </a:xfrm>
          <a:prstGeom prst="chevron">
            <a:avLst/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Contain and correlate</a:t>
            </a:r>
          </a:p>
        </p:txBody>
      </p:sp>
      <p:sp>
        <p:nvSpPr>
          <p:cNvPr id="15" name="Chevron 14"/>
          <p:cNvSpPr/>
          <p:nvPr/>
        </p:nvSpPr>
        <p:spPr>
          <a:xfrm>
            <a:off x="8723147" y="2468880"/>
            <a:ext cx="3011347" cy="1554480"/>
          </a:xfrm>
          <a:prstGeom prst="chevron">
            <a:avLst/>
          </a:prstGeom>
          <a:solidFill>
            <a:srgbClr val="B4530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067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Draft with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You apply the full week, with AI supporting every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STORY IN THE LOGS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happened overnight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Recon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scan mapped the running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Brute force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Many login attempts against SSH and the web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48640" y="3886200"/>
            <a:ext cx="5410047" cy="128016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SQL injection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login bypass from a scanner.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233007" y="3886200"/>
            <a:ext cx="5410047" cy="128016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5887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An odd entry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One log line looks strange and needs a closer look.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READ THE TRAIL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Stage 1: Detect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Pull the alerts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From Wazuh, or from the datasets on the offline path.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Find the brute force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Source 10.10.10.5, with a hidden successful login.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Find the injection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Scanner 10.10.10.7 hitting the login page.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7588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712464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Note anything strange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Keep a list of what needs a second look.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TRUST, THEN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Stage 2: Analyze with AI, but verify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3423818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Alert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The raw evidence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26738" y="3063240"/>
            <a:ext cx="457200" cy="457200"/>
          </a:xfrm>
          <a:prstGeom prst="rightArrow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3938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383938" y="2514600"/>
            <a:ext cx="3423818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3938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AI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Summary and verdict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07756" y="3063240"/>
            <a:ext cx="457200" cy="457200"/>
          </a:xfrm>
          <a:prstGeom prst="rightArrow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64956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F9D6B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264956" y="2514600"/>
            <a:ext cx="3423818" cy="457200"/>
          </a:xfrm>
          <a:prstGeom prst="round2SameRect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Your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Confirm against the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One entry will try to fool your AI. Do not accept a verdict you cannot confirm.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ACT ON WHAT YOU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Stage 3: Respond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Contain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Block the attacking sources.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Correlate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Match the IPs to the threat feed.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Prioritize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Handle the confirmed compromise first.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7588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712464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Preserve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Keep the evidence for the report.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TELL THE STORY CLEARLY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Stage 4: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A3F4B"/>
                </a:solidFill>
                <a:latin typeface="Calibri"/>
              </a:rPr>
              <a:t>Use the AI report template, then edit every line for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66544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5681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Executive summary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Plain language, written for management.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8833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2834640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2491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Timeline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What happened, and when.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3232" y="3602736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9300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Technical detail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With the supporting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2452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370832"/>
            <a:ext cx="365760" cy="36576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61104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Recommendations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Prioritized and actionable.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ADVERSARIAL CATCH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trap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C262A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3423818" cy="457200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Poisoned 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Carries a hidden instruction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26738" y="3063240"/>
            <a:ext cx="457200" cy="457200"/>
          </a:xfrm>
          <a:prstGeom prst="rightArrow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3938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5484D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4383938" y="2514600"/>
            <a:ext cx="3423818" cy="457200"/>
          </a:xfrm>
          <a:prstGeom prst="round2Same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3938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Naive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5378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Marks it benign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07756" y="3063240"/>
            <a:ext cx="457200" cy="457200"/>
          </a:xfrm>
          <a:prstGeom prst="rightArrow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64956" y="2514600"/>
            <a:ext cx="3423818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F9D6B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264956" y="2514600"/>
            <a:ext cx="3423818" cy="457200"/>
          </a:xfrm>
          <a:prstGeom prst="round2SameRect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2551176"/>
            <a:ext cx="3423818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Sharp analyst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081528"/>
            <a:ext cx="3240938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Flags the injection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The top score goes to the analyst who catches and resists the prompt injection.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you are scored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48477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3484778" cy="10972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B45309"/>
                </a:solidFill>
                <a:latin typeface="Calibr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66160"/>
            <a:ext cx="3210458" cy="8229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3A3F4B"/>
                </a:solidFill>
                <a:latin typeface="Calibri"/>
              </a:rPr>
              <a:t>points in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3458" y="2103120"/>
            <a:ext cx="348477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3458" y="2423160"/>
            <a:ext cx="3484778" cy="10972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B45309"/>
                </a:solidFill>
                <a:latin typeface="Calibri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566160"/>
            <a:ext cx="3210458" cy="8229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3A3F4B"/>
                </a:solidFill>
                <a:latin typeface="Calibri"/>
              </a:rPr>
              <a:t>points for the adversarial catch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103120"/>
            <a:ext cx="348477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423160"/>
            <a:ext cx="3484778" cy="10972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B45309"/>
                </a:solidFill>
                <a:latin typeface="Calibri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3566160"/>
            <a:ext cx="3210458" cy="8229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3A3F4B"/>
                </a:solidFill>
                <a:latin typeface="Calibri"/>
              </a:rPr>
              <a:t>cap if you miss the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capstone_check.py verifies your report sections, the attacking IPs, and the injection flag.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5  | 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Operate as an AI-augmented blue team analyst.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Run an incident from detection through reporting.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Use AI to move faster without giving up control.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Recognize and resist attacks against AI systems.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Turn a week of labs into a repeatable daily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Congratulations.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You have completed the AI Blue Team and Intro to AI Red Teaming Bootcamp.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Valix AI  x  Evolve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