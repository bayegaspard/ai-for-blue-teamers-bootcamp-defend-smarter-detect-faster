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96528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2286000"/>
            <a:ext cx="3322015" cy="18288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MODULE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680960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C01E"/>
                </a:solidFill>
                <a:latin typeface="Calibri"/>
              </a:rPr>
              <a:t>AI BLUE TEAM AND INTRO TO AI RED TEAMING BOOTCAMP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7863840" cy="15544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768096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7DAE2"/>
                </a:solidFill>
                <a:latin typeface="Calibri"/>
              </a:rPr>
              <a:t>End-to-End AI-Powered SOC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7680960" cy="6400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Run the full incident, end to end, with AI, and spot the trap.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12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2120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21208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Hands-on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Presenter: Dr. Gaspard Baye, Valix AI</a:t>
            </a:r>
          </a:p>
        </p:txBody>
      </p:sp>
      <p:pic>
        <p:nvPicPr>
          <p:cNvPr id="16" name="Picture 15" descr="Evolve Security 2026 Company Profile: Valuation, Funding &amp; Investors |  PitchBook">
            <a:extLst>
              <a:ext uri="{FF2B5EF4-FFF2-40B4-BE49-F238E27FC236}">
                <a16:creationId xmlns:a16="http://schemas.microsoft.com/office/drawing/2014/main" id="{E0D1B6E1-1BF3-0F5B-CB32-75AC87462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856" y="-320358"/>
            <a:ext cx="1787144" cy="1787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2-HOUR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today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588410" cy="3657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0:00 - 0:20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405530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Concept and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1642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01642" y="1664208"/>
            <a:ext cx="3588410" cy="3657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0:20 - 1:40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3082" y="2011680"/>
            <a:ext cx="3405530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Guided hands-on labs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4644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54644" y="1664208"/>
            <a:ext cx="3588410" cy="3657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1:40 - 2:00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6084" y="2011680"/>
            <a:ext cx="3405530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Debrief and Q and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LABS IN THIS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575303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493008"/>
            <a:ext cx="9235440" cy="530352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Find the attack in Wazuh or the datasets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33087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800" y="4233672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151375"/>
            <a:ext cx="9235440" cy="530352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Triage with AI, and verify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91455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489204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Respond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809743"/>
            <a:ext cx="9235440" cy="530352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Contain and correlate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49823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800" y="5550407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468111"/>
            <a:ext cx="9235440" cy="530352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Draft the incident report with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108191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85800" y="6208775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Adversarial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6126479"/>
            <a:ext cx="9235440" cy="530352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Catch and resist the prompt injection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FINISH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this fits in the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83280"/>
            <a:ext cx="1816547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Foundations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3243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13243" y="292608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2971" y="3383280"/>
            <a:ext cx="1816547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7846" y="292608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574" y="3383280"/>
            <a:ext cx="1816547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449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42449" y="292608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177" y="3383280"/>
            <a:ext cx="1816547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AI red teaming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7052" y="2560320"/>
            <a:ext cx="2036003" cy="173736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7052" y="274320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C01E"/>
                </a:solidFill>
                <a:latin typeface="Calibri"/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6780" y="3200400"/>
            <a:ext cx="1816547" cy="1005839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You are here: Day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03020"/>
            <a:ext cx="10332720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dirty="0">
                <a:solidFill>
                  <a:srgbClr val="F2C01E"/>
                </a:solidFill>
                <a:latin typeface="Calibri"/>
              </a:rPr>
              <a:t>THE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dirty="0">
                <a:solidFill>
                  <a:srgbClr val="FFFFFF"/>
                </a:solidFill>
                <a:latin typeface="Calibri"/>
              </a:rPr>
              <a:t>Operation Nightjar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4F2FB"/>
                </a:solidFill>
                <a:latin typeface="Calibri"/>
              </a:rPr>
              <a:t>A multi-stage intrusion hit the lab overnight. You run the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EVERYTHING FROM DAYS 1 TO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incident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05</a:t>
            </a:r>
          </a:p>
        </p:txBody>
      </p:sp>
      <p:sp>
        <p:nvSpPr>
          <p:cNvPr id="9" name="Chevron 8"/>
          <p:cNvSpPr/>
          <p:nvPr/>
        </p:nvSpPr>
        <p:spPr>
          <a:xfrm>
            <a:off x="457200" y="2468880"/>
            <a:ext cx="3011347" cy="155448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371267" cy="15544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Detect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Find the attack</a:t>
            </a:r>
          </a:p>
        </p:txBody>
      </p:sp>
      <p:sp>
        <p:nvSpPr>
          <p:cNvPr id="11" name="Chevron 10"/>
          <p:cNvSpPr/>
          <p:nvPr/>
        </p:nvSpPr>
        <p:spPr>
          <a:xfrm>
            <a:off x="3212515" y="2468880"/>
            <a:ext cx="3011347" cy="155448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5435" y="2468880"/>
            <a:ext cx="2371267" cy="15544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Analyze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Triage with AI</a:t>
            </a:r>
          </a:p>
        </p:txBody>
      </p:sp>
      <p:sp>
        <p:nvSpPr>
          <p:cNvPr id="13" name="Chevron 12"/>
          <p:cNvSpPr/>
          <p:nvPr/>
        </p:nvSpPr>
        <p:spPr>
          <a:xfrm>
            <a:off x="5967831" y="2468880"/>
            <a:ext cx="3011347" cy="155448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0751" y="2468880"/>
            <a:ext cx="2371267" cy="15544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Contain and correlate</a:t>
            </a:r>
          </a:p>
        </p:txBody>
      </p:sp>
      <p:sp>
        <p:nvSpPr>
          <p:cNvPr id="15" name="Chevron 14"/>
          <p:cNvSpPr/>
          <p:nvPr/>
        </p:nvSpPr>
        <p:spPr>
          <a:xfrm>
            <a:off x="8723147" y="2468880"/>
            <a:ext cx="3011347" cy="155448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26067" y="2468880"/>
            <a:ext cx="2371267" cy="15544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Report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2FB"/>
                </a:solidFill>
                <a:latin typeface="Calibri"/>
              </a:rPr>
              <a:t>Draft with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64240" cy="12801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You apply the full week, with AI supporting every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STORY IN THE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happened overnight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5410047" cy="128016"/>
          </a:xfrm>
          <a:prstGeom prst="round2Same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5044287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Recon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scan mapped the running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233007" y="1417320"/>
            <a:ext cx="5410047" cy="128016"/>
          </a:xfrm>
          <a:prstGeom prst="round2Same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5887" y="1673352"/>
            <a:ext cx="5044287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Brute force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Many login attempts against SSH and the web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>
            <a:off x="548640" y="3886200"/>
            <a:ext cx="5410047" cy="128016"/>
          </a:xfrm>
          <a:prstGeom prst="round2Same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5044287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SQL injection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login bypass from a scanner.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886200"/>
            <a:ext cx="541004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233007" y="3886200"/>
            <a:ext cx="5410047" cy="128016"/>
          </a:xfrm>
          <a:prstGeom prst="round2Same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5887" y="4142232"/>
            <a:ext cx="5044287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An odd entry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One log line looks strange and needs a closer look.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READ THE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Stage 1: Detect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" y="1517904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08176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Pull the alerts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From Wazuh, or from the datasets on the offline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3232" y="2286000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76272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Find the brute force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Source 10.10.10.5, with a hidden successful login.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0779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3232" y="3054096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44368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Find the injection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Scanner 10.10.10.7 hitting the login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7588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3232" y="3822192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12464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Note anything strange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Keep a list of what needs a second look.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TRUST, THEN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Stage 2: Analyze with AI, but 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2514600"/>
            <a:ext cx="3423818" cy="457200"/>
          </a:xfrm>
          <a:prstGeom prst="round2Same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3423818" cy="38404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81528"/>
            <a:ext cx="3240938" cy="9144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The raw evidence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26738" y="3063240"/>
            <a:ext cx="457200" cy="457200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3938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383938" y="2514600"/>
            <a:ext cx="3423818" cy="457200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3938" y="2551176"/>
            <a:ext cx="3423818" cy="38404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AI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378" y="3081528"/>
            <a:ext cx="3240938" cy="9144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Summary and verdict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07756" y="3063240"/>
            <a:ext cx="457200" cy="457200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64956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9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264956" y="2514600"/>
            <a:ext cx="3423818" cy="457200"/>
          </a:xfrm>
          <a:prstGeom prst="round2Same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4956" y="2551176"/>
            <a:ext cx="3423818" cy="38404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3081528"/>
            <a:ext cx="3240938" cy="9144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Confirm against the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One entry will try to fool your AI. Do not accept a verdict you cannot confirm.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ACT ON WHAT YOU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Stage 3: Respond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" y="1517904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08176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Contain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Block the attacking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3232" y="2286000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76272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Correlate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Match the IPs to the threat feed.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0779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3232" y="3054096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44368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Prioritize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Handle the confirmed compromise first.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7588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3232" y="3822192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12464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Preserve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Keep the evidence for the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TELL THE STORY CLEARLY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Stage 4: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3F4B"/>
                </a:solidFill>
                <a:latin typeface="Calibri"/>
              </a:rPr>
              <a:t>Use the AI report template, then edit every line for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13232" y="2066544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56816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Executive summary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Plain language, written for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8833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13232" y="2834640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24912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Timeline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What happened, and when.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5643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3232" y="3602736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93008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Technical detail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With the supporting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3232" y="4370832"/>
            <a:ext cx="365760" cy="3657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61104"/>
            <a:ext cx="10149840" cy="58521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1622"/>
                </a:solidFill>
                <a:latin typeface="Calibri"/>
              </a:rPr>
              <a:t>Recommendations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Prioritized and actionable.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ADVERSARIAL CATCH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trap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C2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2514600"/>
            <a:ext cx="3423818" cy="457200"/>
          </a:xfrm>
          <a:prstGeom prst="round2Same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3423818" cy="38404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Poisoned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81528"/>
            <a:ext cx="3240938" cy="9144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Carries a hidden instruction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26738" y="3063240"/>
            <a:ext cx="457200" cy="457200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3938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383938" y="2514600"/>
            <a:ext cx="3423818" cy="457200"/>
          </a:xfrm>
          <a:prstGeom prst="round2Same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3938" y="2551176"/>
            <a:ext cx="3423818" cy="38404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Naive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378" y="3081528"/>
            <a:ext cx="3240938" cy="9144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Marks it benign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07756" y="3063240"/>
            <a:ext cx="457200" cy="457200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64956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9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264956" y="2514600"/>
            <a:ext cx="3423818" cy="457200"/>
          </a:xfrm>
          <a:prstGeom prst="round2Same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4956" y="2551176"/>
            <a:ext cx="3423818" cy="38404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Sharp 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3081528"/>
            <a:ext cx="3240938" cy="9144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Flags the 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The top score goes to the analyst who catches and resists the prompt injection.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you are scored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48477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3484778" cy="10972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B45309"/>
                </a:solidFill>
                <a:latin typeface="Calibri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3210458" cy="8229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3F4B"/>
                </a:solidFill>
                <a:latin typeface="Calibri"/>
              </a:rPr>
              <a:t>points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2103120"/>
            <a:ext cx="348477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53458" y="2423160"/>
            <a:ext cx="3484778" cy="10972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B45309"/>
                </a:solidFill>
                <a:latin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566160"/>
            <a:ext cx="3210458" cy="8229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3F4B"/>
                </a:solidFill>
                <a:latin typeface="Calibri"/>
              </a:rPr>
              <a:t>points for the adversarial catch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103120"/>
            <a:ext cx="348477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8276" y="2423160"/>
            <a:ext cx="3484778" cy="10972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B45309"/>
                </a:solidFill>
                <a:latin typeface="Calibri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3566160"/>
            <a:ext cx="3210458" cy="8229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3F4B"/>
                </a:solidFill>
                <a:latin typeface="Calibri"/>
              </a:rPr>
              <a:t>cap if you miss the trap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capstone_check.py verifies your report sections, the attacking IPs, and the injection flag.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5  | 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1700784"/>
            <a:ext cx="548640" cy="5486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Operate as an AI-augmented blue team analyst.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87168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2633472"/>
            <a:ext cx="548640" cy="5486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32887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Run an incident from detection through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19856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65575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Use AI to move faster without giving up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52544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4498848"/>
            <a:ext cx="548640" cy="5486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98264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Recognize and resist attacks against AI systems.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5231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5431536"/>
            <a:ext cx="548640" cy="5486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30951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Turn a week of labs into a repeatable daily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Congratulations.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566160"/>
            <a:ext cx="923544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7DAE2"/>
                </a:solidFill>
                <a:latin typeface="Calibri"/>
              </a:rPr>
              <a:t>You have completed the AI Blue Team and Intro to AI Red Teaming Bootcamp.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466344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Valix AI  x  Evolve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765</Words>
  <Application>Microsoft Macintosh PowerPoint</Application>
  <PresentationFormat>Widescreen</PresentationFormat>
  <Paragraphs>173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Gaspard Baye</cp:lastModifiedBy>
  <cp:revision>3</cp:revision>
  <dcterms:created xsi:type="dcterms:W3CDTF">2013-01-27T09:14:16Z</dcterms:created>
  <dcterms:modified xsi:type="dcterms:W3CDTF">2026-08-21T01:45:03Z</dcterms:modified>
  <cp:category/>
</cp:coreProperties>
</file>